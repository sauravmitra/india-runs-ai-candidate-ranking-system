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Name: AI Recruitors</a:t>
            </a:r>
          </a:p>
          <a:p>
            <a:r>
              <a:t>Team Leader: Saurav Mitra</a:t>
            </a:r>
          </a:p>
          <a:p>
            <a:r>
              <a:t>Problem Statement: AI-Powered Candidate Ranking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candidate ranking platform using semantic understanding and multi-factor scoring.</a:t>
            </a:r>
          </a:p>
          <a:p/>
          <a:p>
            <a:r>
              <a:t>Key Features:</a:t>
            </a:r>
          </a:p>
          <a:p>
            <a:r>
              <a:t>• Beyond keyword matching</a:t>
            </a:r>
          </a:p>
          <a:p>
            <a:r>
              <a:t>• Explainable ranking</a:t>
            </a:r>
          </a:p>
          <a:p>
            <a:r>
              <a:t>• Profile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 Understanding &amp; Candidate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Signals:</a:t>
            </a:r>
          </a:p>
          <a:p>
            <a:r>
              <a:t>• Skills</a:t>
            </a:r>
          </a:p>
          <a:p>
            <a:r>
              <a:t>• Experience</a:t>
            </a:r>
          </a:p>
          <a:p>
            <a:r>
              <a:t>• Projects</a:t>
            </a:r>
          </a:p>
          <a:p>
            <a:r>
              <a:t>• Certifications</a:t>
            </a:r>
          </a:p>
          <a:p>
            <a:r>
              <a:t>• Education</a:t>
            </a:r>
          </a:p>
          <a:p/>
          <a:p>
            <a:r>
              <a:t>Semantic evaluation beyond keywords.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Weights:</a:t>
            </a:r>
          </a:p>
          <a:p>
            <a:r>
              <a:t>• Skill Match: 40%</a:t>
            </a:r>
          </a:p>
          <a:p>
            <a:r>
              <a:t>• Experience: 30%</a:t>
            </a:r>
          </a:p>
          <a:p>
            <a:r>
              <a:t>• Achievements: 20%</a:t>
            </a:r>
          </a:p>
          <a:p>
            <a:r>
              <a:t>• Education: 10%</a:t>
            </a:r>
          </a:p>
          <a:p/>
          <a:p>
            <a:r>
              <a:t>Final Candidate Score = 8.5/10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&amp; Data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Strengths:</a:t>
            </a:r>
          </a:p>
          <a:p>
            <a:r>
              <a:t>• Data Analytics</a:t>
            </a:r>
          </a:p>
          <a:p>
            <a:r>
              <a:t>• SQL and Visualization</a:t>
            </a:r>
          </a:p>
          <a:p>
            <a:r>
              <a:t>• Professional Experience</a:t>
            </a:r>
          </a:p>
          <a:p/>
          <a:p>
            <a:r>
              <a:t>Improvement Areas:</a:t>
            </a:r>
          </a:p>
          <a:p>
            <a:r>
              <a:t>• Machine Learning</a:t>
            </a:r>
          </a:p>
          <a:p>
            <a:r>
              <a:t>• Deep Learning</a:t>
            </a:r>
          </a:p>
          <a:p>
            <a:r>
              <a:t>• LLM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Candidate Profile → Data Extraction → Skill Identification → Experience Analysis → Scoring Engine → Explainability Module → Final Ranking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JD Processing → Embeddings → Candidate Store → Similarity Search → Multi-factor Scoring → Explainability → Ranked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Candidate: Saurav Mitra</a:t>
            </a:r>
          </a:p>
          <a:p>
            <a:r>
              <a:t>Overall Score: 8.5/10</a:t>
            </a:r>
          </a:p>
          <a:p>
            <a:r>
              <a:t>Confidence Score: 85%</a:t>
            </a:r>
          </a:p>
          <a:p>
            <a:r>
              <a:t>Recommendation: Highly Recommended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Sentence Transformers</a:t>
            </a:r>
          </a:p>
          <a:p>
            <a:r>
              <a:t>Scikit-learn</a:t>
            </a:r>
          </a:p>
          <a:p>
            <a:r>
              <a:t>FAISS</a:t>
            </a:r>
          </a:p>
          <a:p>
            <a:r>
              <a:t>FastAPI</a:t>
            </a:r>
          </a:p>
          <a:p>
            <a:r>
              <a:t>GitHub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Repository</a:t>
            </a:r>
          </a:p>
          <a:p>
            <a:r>
              <a:t>Demo Video</a:t>
            </a:r>
          </a:p>
          <a:p>
            <a:r>
              <a:t>Documentation</a:t>
            </a:r>
          </a:p>
          <a:p>
            <a:r>
              <a:t>Source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